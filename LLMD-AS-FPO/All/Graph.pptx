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dirty="0" err="1"/>
              <a:t>CR_Algo_Count_RF</a:t>
            </a:r>
            <a:endParaRPr 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Reduced 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225</c:v>
                </c:pt>
                <c:pt idx="1">
                  <c:v>141</c:v>
                </c:pt>
                <c:pt idx="2">
                  <c:v>130</c:v>
                </c:pt>
                <c:pt idx="3">
                  <c:v>89</c:v>
                </c:pt>
                <c:pt idx="4">
                  <c:v>72</c:v>
                </c:pt>
                <c:pt idx="5">
                  <c:v>31</c:v>
                </c:pt>
                <c:pt idx="6">
                  <c:v>33</c:v>
                </c:pt>
                <c:pt idx="7">
                  <c:v>28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5-4F12-ACD8-23B87B90B3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Formulated set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222</c:v>
                </c:pt>
                <c:pt idx="1">
                  <c:v>138</c:v>
                </c:pt>
                <c:pt idx="2">
                  <c:v>134</c:v>
                </c:pt>
                <c:pt idx="3">
                  <c:v>87</c:v>
                </c:pt>
                <c:pt idx="4">
                  <c:v>72</c:v>
                </c:pt>
                <c:pt idx="5">
                  <c:v>37</c:v>
                </c:pt>
                <c:pt idx="6">
                  <c:v>30</c:v>
                </c:pt>
                <c:pt idx="7">
                  <c:v>26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E5-4F12-ACD8-23B87B90B3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LLM set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258</c:v>
                </c:pt>
                <c:pt idx="1">
                  <c:v>119</c:v>
                </c:pt>
                <c:pt idx="2">
                  <c:v>143</c:v>
                </c:pt>
                <c:pt idx="3">
                  <c:v>83</c:v>
                </c:pt>
                <c:pt idx="4">
                  <c:v>68</c:v>
                </c:pt>
                <c:pt idx="5">
                  <c:v>29</c:v>
                </c:pt>
                <c:pt idx="6">
                  <c:v>26</c:v>
                </c:pt>
                <c:pt idx="7">
                  <c:v>27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E5-4F12-ACD8-23B87B90B3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2062912"/>
        <c:axId val="312071552"/>
      </c:barChart>
      <c:catAx>
        <c:axId val="3120629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Algorithm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12071552"/>
        <c:crosses val="autoZero"/>
        <c:auto val="1"/>
        <c:lblAlgn val="ctr"/>
        <c:lblOffset val="100"/>
        <c:noMultiLvlLbl val="0"/>
      </c:catAx>
      <c:valAx>
        <c:axId val="312071552"/>
        <c:scaling>
          <c:orientation val="minMax"/>
          <c:max val="6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Counts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12062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dirty="0" err="1"/>
              <a:t>CR_Algo_Count_MLP</a:t>
            </a:r>
            <a:endParaRPr 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Reduced 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193</c:v>
                </c:pt>
                <c:pt idx="1">
                  <c:v>147</c:v>
                </c:pt>
                <c:pt idx="2">
                  <c:v>139</c:v>
                </c:pt>
                <c:pt idx="3">
                  <c:v>74</c:v>
                </c:pt>
                <c:pt idx="4">
                  <c:v>80</c:v>
                </c:pt>
                <c:pt idx="5">
                  <c:v>45</c:v>
                </c:pt>
                <c:pt idx="6">
                  <c:v>36</c:v>
                </c:pt>
                <c:pt idx="7">
                  <c:v>23</c:v>
                </c:pt>
                <c:pt idx="8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4D-427C-85F5-46195E70F5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Formulated set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210</c:v>
                </c:pt>
                <c:pt idx="1">
                  <c:v>142</c:v>
                </c:pt>
                <c:pt idx="2">
                  <c:v>131</c:v>
                </c:pt>
                <c:pt idx="3">
                  <c:v>82</c:v>
                </c:pt>
                <c:pt idx="4">
                  <c:v>79</c:v>
                </c:pt>
                <c:pt idx="5">
                  <c:v>29</c:v>
                </c:pt>
                <c:pt idx="6">
                  <c:v>34</c:v>
                </c:pt>
                <c:pt idx="7">
                  <c:v>32</c:v>
                </c:pt>
                <c:pt idx="8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4D-427C-85F5-46195E70F53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LLM set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209</c:v>
                </c:pt>
                <c:pt idx="1">
                  <c:v>153</c:v>
                </c:pt>
                <c:pt idx="2">
                  <c:v>151</c:v>
                </c:pt>
                <c:pt idx="3">
                  <c:v>81</c:v>
                </c:pt>
                <c:pt idx="4">
                  <c:v>65</c:v>
                </c:pt>
                <c:pt idx="5">
                  <c:v>32</c:v>
                </c:pt>
                <c:pt idx="6">
                  <c:v>42</c:v>
                </c:pt>
                <c:pt idx="7">
                  <c:v>18</c:v>
                </c:pt>
                <c:pt idx="8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4D-427C-85F5-46195E70F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2062912"/>
        <c:axId val="312071552"/>
      </c:barChart>
      <c:catAx>
        <c:axId val="3120629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Algorithm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12071552"/>
        <c:crosses val="autoZero"/>
        <c:auto val="1"/>
        <c:lblAlgn val="ctr"/>
        <c:lblOffset val="100"/>
        <c:noMultiLvlLbl val="0"/>
      </c:catAx>
      <c:valAx>
        <c:axId val="312071552"/>
        <c:scaling>
          <c:orientation val="minMax"/>
          <c:max val="6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Counts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12062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dirty="0" err="1"/>
              <a:t>CR_Algo_Count_LSTM</a:t>
            </a:r>
            <a:endParaRPr 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Reduced 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559</c:v>
                </c:pt>
                <c:pt idx="1">
                  <c:v>73</c:v>
                </c:pt>
                <c:pt idx="2">
                  <c:v>112</c:v>
                </c:pt>
                <c:pt idx="3">
                  <c:v>14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B-45F8-A658-06B6C193F4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Formulated set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551</c:v>
                </c:pt>
                <c:pt idx="1">
                  <c:v>77</c:v>
                </c:pt>
                <c:pt idx="2">
                  <c:v>114</c:v>
                </c:pt>
                <c:pt idx="3">
                  <c:v>12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5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B-45F8-A658-06B6C193F4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LLM set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OH-L</c:v>
                </c:pt>
                <c:pt idx="1">
                  <c:v>MVO</c:v>
                </c:pt>
                <c:pt idx="2">
                  <c:v>OH-M</c:v>
                </c:pt>
                <c:pt idx="3">
                  <c:v>OH-T</c:v>
                </c:pt>
                <c:pt idx="4">
                  <c:v>MCW</c:v>
                </c:pt>
                <c:pt idx="5">
                  <c:v>MS-T</c:v>
                </c:pt>
                <c:pt idx="6">
                  <c:v>EW</c:v>
                </c:pt>
                <c:pt idx="7">
                  <c:v>MS-L</c:v>
                </c:pt>
                <c:pt idx="8">
                  <c:v>MS-M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529</c:v>
                </c:pt>
                <c:pt idx="1">
                  <c:v>117</c:v>
                </c:pt>
                <c:pt idx="2">
                  <c:v>86</c:v>
                </c:pt>
                <c:pt idx="3">
                  <c:v>29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0B-45F8-A658-06B6C193F4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2062912"/>
        <c:axId val="312071552"/>
      </c:barChart>
      <c:catAx>
        <c:axId val="3120629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Algorithm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12071552"/>
        <c:crosses val="autoZero"/>
        <c:auto val="1"/>
        <c:lblAlgn val="ctr"/>
        <c:lblOffset val="100"/>
        <c:noMultiLvlLbl val="0"/>
      </c:catAx>
      <c:valAx>
        <c:axId val="312071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Counts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12062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B0DD2-6174-4048-8692-213B532FD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64B19D-551A-0946-C5A2-760711C5F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1E194F-D2A5-F327-5F21-C3CB29DED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0584E-B4A4-6A6C-3E54-1E7DA325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B3427-B68D-A617-D11C-8F2F4EB1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9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530A5-8FF1-4718-7753-05C5D995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A2E187-B081-7BD8-0D86-A6B650B5F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15FC9-1FD2-61C5-CBC4-90612F77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2799E-8EFB-CD8F-E545-005C8A96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795C15-D8DE-5B62-0F7B-D9DA963A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1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7717E-2507-D9A3-7E1C-87DC2BA9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AE0225-AB09-2392-BD25-904404264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00AA0F-84B8-3966-EE87-FD1B3C4E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34F15F-9754-385A-892C-2B78930E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4A729-3AC5-32BD-F243-88DD1CCF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3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9C55B-43A0-122A-238C-68311834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1FDD18-90A1-043F-DF81-DE4DE6192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118FCA-4403-CF91-10FC-A9F1E4FE8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68CD62-C266-E957-4086-0CBF7E3A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F1A89D-C0F9-39B7-938D-6868153C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44567B-FA55-28C9-87D3-0C9E5E9C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7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CB424-0231-179E-067A-1C42C72A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3AE070-ED3B-5EAD-20D5-C0C468C8E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7E0B58-6D47-7013-E9E9-74DC73591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107F46-B099-788C-028D-5EFF9EE36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201B14-BC7A-9020-DA33-4BB597478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8CC27F-BA9C-E9E9-96FC-E76071F63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10C9CE-19F5-4785-A6AE-D8A96681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0F7E7F-7DBD-9A9F-B5AD-22BCEB1F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8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1F379-2967-7BD9-A8FF-4AE88FD9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5C90D4-5C2A-ED92-64B0-40366400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3AB28B-A943-32A6-7D8B-53989C55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35C4A1-117E-D896-1267-9EA3E8E4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74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72F376-C704-C9EE-39D6-6E9DB9A4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E3D28D-9267-19F7-45B3-EC756BEE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FB6A6-5621-7572-4012-BD09A639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4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38866-493D-FE49-9E3C-D9CADA25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135EB-7585-6882-5880-FDF21CB57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5CBDBA-486B-6E7E-AECB-40EA72393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55B552-F368-74E4-34C5-E2D7A003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4C6D3E-C320-1C33-08E5-823357DE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6892C8-22E0-F423-F8E0-CD406FD1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8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D9E97-5148-DAA0-4AA7-7E635F7A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A30710-3FCE-8AD6-EC4E-4959D16DC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5CB77E-0617-5CA6-42F4-99F63A976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FE6B0E-1AF0-BF94-292B-E615E58A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F69117-2077-1A95-55F6-09A59A49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D88904-EE5A-63AD-391C-02DC0828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0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0EFF5-E551-005E-AD1B-F9102936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2974FB-A7BD-0E47-1AF0-6213B8284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79C132-4673-DF4F-6522-E71615378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6C99E-F91C-D032-E4DB-7EE0D085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71BB7-B8A6-9C95-0808-3376D75C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04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B36C26-20EB-2CD8-3AB4-88DCCE25E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382E26-A624-FF44-18D0-37482275B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68D37D-97CF-61FB-8EBF-5ECCCE98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EB3BBA-DCBF-398E-8E3C-73893E5C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FB12E-B4F7-638F-7F50-0CF0E764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0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703E45-D766-034B-6132-2F3769E2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16C118-AC57-4246-F0D3-57F423469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A3F0D-2475-46B0-81F1-59261BE19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3EF96-BB59-42AF-8CB6-1845B10A014E}" type="datetimeFigureOut">
              <a:rPr lang="en-US" smtClean="0"/>
              <a:t>29-Aug-25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B1694-1389-1949-60DB-A5479DC5E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EED8B-F6F0-0EF1-07B7-4916ACE3F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BFD41-DC66-4A56-8A57-C4A0F2EE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4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7E21E-52F0-FC05-31D6-2DC21BFE3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2A7A92-FAEF-6253-0145-B3C4017B6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6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3289B770-0A7E-5EFF-2274-87DA32D4EA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93331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227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681985BD-B893-3003-298B-39F4684DA9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86129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7504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F032B495-6DD9-73FD-06C0-F9824A9F4A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326411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1243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</Words>
  <Application>Microsoft Office PowerPoint</Application>
  <PresentationFormat>宽屏</PresentationFormat>
  <Paragraphs>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Henghao Jiang</dc:creator>
  <cp:lastModifiedBy>Henghao Jiang</cp:lastModifiedBy>
  <cp:revision>1</cp:revision>
  <dcterms:created xsi:type="dcterms:W3CDTF">2025-08-29T14:12:40Z</dcterms:created>
  <dcterms:modified xsi:type="dcterms:W3CDTF">2025-08-29T14:32:37Z</dcterms:modified>
</cp:coreProperties>
</file>